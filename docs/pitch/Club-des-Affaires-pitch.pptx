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(0:00–0:08) Bonjour. Notre promesse au Club des Affaires : plus jamais d’inconnus, même pour une nouvelle membre.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(0:08–0:24) Cinquante dirigeants se retrouvent quatre à cinq fois par an, mais restent entre habitués. Notre réponse suit quatre étapes : se trouver, repérer les synergies, se rencontrer et garder le lien.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(0:24–0:46) Voici Camille. Rien à installer : elle se connecte et découvre l’album des membres. Avant le dîner, trois rencontres lui sont proposées, avec une raison. Lukas cherche du digital, son métier à elle ; il peut l’aider à découvrir le marché alémanique. Leurs passions donnent un premier sujet de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(0:46–1:14) Le soir même, Lukas lui montre son QR code. Camille confirme leur rencontre : sa carte rejoint son album et ses coordonnées se débloquent. Son bingo coche une case : le jeu pousse à parler à de nouvelles personnes. Chaque rencontre fait aussi avancer le Club vers un palier collectif, avec une récompense valaisanne.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(1:14–1:26) Entre les soirées : annonces et relances ciblées, puis un récapitulatif mensuel des nouveaux membres. Le parrainage permet d’inviter une personne de confiance.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(1:26–1:44) Pour l’équipe, ce tableau de bord montre les membres et les rencontres. Elle prépare les soirées, génère les badges et les tables tournantes. Ici, trente-huit invités sont mélangés sur trois services. Elle peut aussi repérer les membres isolés.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(1:44–1:58) Pour lancer : hébergement suisse, import des membres, activation des emails. Environ trente francs par mois, hors développement. Un club qui se connaît se retrouve. Merci.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pitch. Les sept annexes suivantes servent seulement aux questions, et ne font pas partie des deux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A1 : Ce qui est nouveau : chaque vraie rencontre compte, et se compte. Le Club est connecté à 15 % aujourd'hui ; au prochain palier, une tournée de Petite Arvine pour tous. Mesurable pour le comité, motivant pour les membres.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A2 : la faisabilité. L’application tourne aujourd’hui, en trois langues, avec une matrice d’accès testée et une administration guidée pour l’équipe.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pour les questions : l'architecture.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: les algorithmes.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: sécurité et protection des données.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: recruter en douceur, seulement les bonnes personnes.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: coûts et feuille de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gif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gif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gif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gif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Animated demo: gifs/web.gif" descr="web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9000" y="596900"/>
            <a:ext cx="2641600" cy="5715000"/>
          </a:xfrm>
          <a:prstGeom prst="roundRect">
            <a:avLst>
              <a:gd name="adj" fmla="val 9135"/>
            </a:avLst>
          </a:prstGeom>
        </p:spPr>
      </p:pic>
    </p:spTree>
  </p:cSld>
  <p:clrMapOvr>
    <a:masterClrMapping/>
  </p:clrMapOvr>
  <p:transition advClick="1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Animated demo: gifs/event.gif" descr="even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9000" y="596900"/>
            <a:ext cx="2641600" cy="5715000"/>
          </a:xfrm>
          <a:prstGeom prst="roundRect">
            <a:avLst>
              <a:gd name="adj" fmla="val 9135"/>
            </a:avLst>
          </a:prstGeom>
        </p:spPr>
      </p:pic>
    </p:spTree>
  </p:cSld>
  <p:clrMapOvr>
    <a:masterClrMapping/>
  </p:clrMapOvr>
  <p:transition advClick="1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Animated demo: gifs/referral.gif" descr="referral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9000" y="596900"/>
            <a:ext cx="2641600" cy="5715000"/>
          </a:xfrm>
          <a:prstGeom prst="roundRect">
            <a:avLst>
              <a:gd name="adj" fmla="val 9135"/>
            </a:avLst>
          </a:prstGeom>
        </p:spPr>
      </p:pic>
    </p:spTree>
  </p:cSld>
  <p:clrMapOvr>
    <a:masterClrMapping/>
  </p:clrMapOvr>
  <p:transition advClick="1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Animated demo: gifs/admin.gif" descr="admi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905000"/>
            <a:ext cx="7112000" cy="4445000"/>
          </a:xfrm>
          <a:prstGeom prst="roundRect">
            <a:avLst>
              <a:gd name="adj" fmla="val 2000"/>
            </a:avLst>
          </a:prstGeom>
        </p:spPr>
      </p:pic>
    </p:spTree>
  </p:cSld>
  <p:clrMapOvr>
    <a:masterClrMapping/>
  </p:clrMapOvr>
  <p:transition advClick="1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
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027"/>
  </p:normalViewPr>
  <p:slideViewPr>
    <p:cSldViewPr snapToGrid="0" snapToObjects="1">
      <p:cViewPr varScale="1">
        <p:scale>
          <a:sx n="102" d="100"/>
          <a:sy n="102" d="100"/>
        </p:scale>
        <p:origin x="14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36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(0:00–0:08) Bonjour. Notre promesse au Club des Affaires : plus jamais d’inconnus, même pour une nouvelle membre.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(0:08–0:24) Cinquante dirigeants se retrouvent quatre à cinq fois par an, mais restent entre habitués. Notre réponse suit quatre étapes : se trouver, repérer les synergies, se rencontrer et garder le lien.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(0:24–0:28) Voici Camille. Elle se connecte, sans rien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(0:28–0:32) Son accueil montre </a:t>
            </a:r>
            <a:r>
              <a:rPr lang="en-US"/>
              <a:t>les prochains evenements, le nombre de personnes rencontrees dans le club</a:t>
            </a:r>
            <a:r>
              <a:t> et les paliers d</a:t>
            </a:r>
            <a:r>
              <a:rPr lang="en-US"/>
              <a:t>u club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(0:32–0:35) </a:t>
            </a:r>
            <a:r>
              <a:rPr lang="en-US"/>
              <a:t>E</a:t>
            </a:r>
            <a:r>
              <a:t>lle découvre les memb</a:t>
            </a:r>
            <a:r>
              <a:rPr lang="fr-CH"/>
              <a:t>er</a:t>
            </a:r>
            <a:r>
              <a:t>s</a:t>
            </a:r>
            <a:r>
              <a:rPr lang="en-US"/>
              <a:t> dans l’album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(0:35–0:46) Trois rencontres sont proposées, avec une raison : Lukas cherche du digital et peut l’aider sur le marché alémanique. Leurs passions lancent la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(0:46–0:50) Le soir même, Lukas lui montre son QR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(0:50–0:54) Camille confirme leur rencontre.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(0:54–0:57) Sa carte rejoint son album.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(0:57–1:01) Ses coordonnées se débloquent.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(1:01–1:14) Son bingo coche une case : le jeu pousse à parler à de nouvelles personnes. Chaque rencontre fait aussi avancer le Club vers un palier collectif, avec une récompense valaisanne.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(1:14–1:19) Entre les soirées : annonces, relances et récapitulatif des nouveaux membres.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(1:19–1:23) Le parrainage permet d’inviter une personne de confiance</a:t>
            </a:r>
            <a:r>
              <a:rPr lang="en-US"/>
              <a:t> avec a la clef une reduction des cotisations pour le parrain et pour le nouvel etrant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(1:23–1:26) L’invité demande à rejoindre le Club.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(1:26–1:32) L’équipe voit les membres, les rencontres et les personnes isolées.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(1:32–1:37) Elle prépare les soirées, génère les badges et les tables tournantes.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(1:37–1:44) Ici, trente-huit invités sont mélangés sur trois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(1:44–1:58) Pour lancer : hébergement suisse, import des membres, activation des emails. Environ trente francs par mois, hors développement. Un club qui se connaît se retrouve. Merci.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 du pitch. Les sept annexes suivantes servent seulement aux questions, et ne font pas partie des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Annexe A1 : Ce qui est nouveau : chaque vraie rencontre compte, et se compte. Le Club est connecté à 15 % aujourd'hui ; au prochain palier, une tournée de Petite Arvine pour tous. Mesurable pour le comité, motivant pour les membres.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Annexe A2 : la faisabilité. L’application tourne aujourd’hui, en trois langues, avec une matrice d’accès testée et une administration guidée pour l’équipe.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Annexe pour les questions : l'architecture.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Annexe : les algorithmes.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Annexe : sécurité et protection des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Annexe : recruter en douceur, seulement les bonnes personnes.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Annexe : coûts et feuille de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486</Words>
  <Application>Microsoft Macintosh PowerPoint</Application>
  <PresentationFormat>Grand écran</PresentationFormat>
  <Paragraphs>26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Lhirondelle Esteban</cp:lastModifiedBy>
  <cp:revision>3</cp:revision>
  <dcterms:created xsi:type="dcterms:W3CDTF">2013-01-27T09:14:16Z</dcterms:created>
  <dcterms:modified xsi:type="dcterms:W3CDTF">2026-10-04T08:47:33Z</dcterms:modified>
  <cp:category/>
</cp:coreProperties>
</file>
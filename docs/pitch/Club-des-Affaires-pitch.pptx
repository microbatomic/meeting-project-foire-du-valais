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(0:00 – 0:12) Bonjour ! Le Club des Affaires de la Foire du Valais, c'est une cinquantaine de dirigeantes et de dirigeants qui se retrouvent quatre à cinq fois par an. Notre promesse : plus jamais d'inconnus au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(0:12 – 0:30) Aujourd'hui, ils viennent, mais arrivent en inconnus, restent entre habitués, et entre deux soirées, le réseau n'existe pas. Le client a quatre exigences : pas de business forcé, plusieurs langues, aider les gens à se rencontrer, et garder un esprit premium.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(0:30 – 1:47, la vidéo tourne) Voici Camille, nouvelle membre. Dans l'album, elle découvre les cartes des membres : leur métier, leurs passions, ce qu'ils peuvent offrir et ce qu'ils cherchent. — Avant le dîner, l'application lui présente trois personnes, et pourquoi. Lukas : ils aiment tous deux la Petite Arvine ; il cherche du digital, son métier à elle, et elle veut s'ouvrir au marché alémanique, le sien. — Le soir même, elle scanne son badge : sa carte rejoint son album, ses coordonnées se débloquent, une case de son bingo des rencontres se coche. — Chaque rencontre fait avancer tout le Club : il est connecté à 15 %, et au prochain palier, une tournée de Petite Arvine. — Et pour l'équipe, un clic : trente-huit invités changent de table à chaque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(1:47 – 2:00) C'est prêt à lancer : une trentaine de francs par mois d'hébergement en Suisse, du développement seulement si vous voulez aller plus loin. Un club qui se connaît se retrouve. Merci 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Annexes : à n'ouvrir que si une question y 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A1 : Notre réponse : une web app qui suit le rythme du Club, sur les quatre piliers du défi. Se trouver : chaque membre a sa carte, ses passions, ce qu'il peut offrir et ce qu'il cherche. Repérer les synergies : avant chaque soirée, trois personnes à rencontrer, et pourquoi. Le soir même, on scanne un badge, et un jeu brise la glace. Et toute l'année, le Club se resserre.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A2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A3 : la faisabilité. L’application tourne aujourd’hui, en trois langues, avec une matrice d’accès testée et une administration guidée pour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812800"/>
            <a:ext cx="10668000" cy="6000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
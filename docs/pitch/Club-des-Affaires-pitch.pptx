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(0:00 – 0:10) Bonjour ! Le Club des Affaires de la Foire du Valais, c'est une cinquantaine de dirigeantes et de dirigeants qui paient 500 francs par an pour quatre à cinq soirées.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(0:10 – 0:30) Ils viennent : 80 % de présence. Mais ils arrivent en inconnus, restent entre habitués, et entre deux soirées, le réseau n'existe pas. Le client nous a posé ses règles : pas de business forcé, une équipe qui a très peu de temps, des membres francophones et germanophones, et un club qui reste premium.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(0:30 – 0:50) Notre réponse : une web app qui suit le rythme du Club, sur les quatre piliers du défi. Se trouver : chaque membre a sa carte, ses passions, ce qu'il peut offrir et ce qu'il cherche. Repérer les synergies : avant chaque soirée, trois personnes à rencontrer, et pourquoi. Le soir même, on scanne un badge, et un jeu brise la glace. Et toute l'année, le Club se resserre.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(0:50 – 1:32, la vidéo tourne) Voici Camille, nouvelle membre. Avant le dîner, elle sait déjà qui rencontrer : Lukas. Ils aiment tous deux la Petite Arvine et le ski de randonnée ; il cherche du digital, son métier à elle, et elle veut s'ouvrir au marché alémanique, le sien. Au dîner, elle scanne son badge : la carte entre dans son album, ses coordonnées se débloquent, une case de son bingo se coche. Et côté équipe : un clic, et 38 invités changent de table à chaque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(1:32 – 1:47) Ce qui est nouveau : chaque vraie rencontre compte, et se compte. Le Club est connecté à 15 % aujourd'hui ; au prochain palier, une tournée de Petite Arvine pour tous. Mesurable pour le comité, motivant pour les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(1:47 – 2:00) Et c'est faisable : ça tourne aujourd'hui, en trois langues, sécurisé, testé, pour moins de 500 francs par an. Un club qui se connaît se retrouve. Merci 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pour les questions : l'architecture.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les algorithmes.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sécurité et protection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recruter en douceur, seulement les bonnes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coûts et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812800"/>
            <a:ext cx="10668000" cy="60007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